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CAF0F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System  ·  Especificaciones ejecutables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E41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SDD Kit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502920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prompt al deploy en un día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457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06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más documentación que se pudre.
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Specs como código. Tests como garantía.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37160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documentación tradicional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ya no funciona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5486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490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escribe, se lee una vez y se pudre. Nadie la actualiza cuando el código cambia.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reglas de negocio viven en cabezas, no en código.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agentes de IA no pueden ejecutar un PDF.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19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1828800"/>
            <a:ext cx="54864" cy="3474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Cuándo fue la última vez que alguien </a:t>
            </a:r>
            <a:pPr indent="0" marL="0">
              <a:lnSpc>
                <a:spcPct val="120000"/>
              </a:lnSpc>
              <a:buNone/>
            </a:pPr>
            <a:r>
              <a:rPr lang="en-US" sz="4000" i="1" dirty="0">
                <a:solidFill>
                  <a:srgbClr val="1E41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actualizó</a:t>
            </a:r>
            <a:pPr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la docs de tu proyecto?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la respuesta es "no sé" o "hace meses" — seguí leyendo.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19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 VS. SPEC 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antes y el después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D2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Documentación tradicional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D2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escribe en Google Docs / Confluence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" y="2999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D2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lee en el onboarding (quizás)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" y="33467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D2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código cambia, la doc 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3694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D2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"Según la reunión, el sistema debe..."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D2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Devs nuevo preguntan al senior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" y="4572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meses después: la doc es un museo.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Nadie confía. Nadie actualiza.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194560"/>
            <a:ext cx="9144" cy="2926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SDD Kit de GREAT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Specs como código versionado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999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Tests validan compliance automático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3467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el código no cumple, el test falla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94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CLAUDE.md apunta al kit (1 línea)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Agentes AI ejecutan las mismas specs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4572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meses después: la spec sigue viva.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test te avisa cuando algo se rompe.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19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incorrecto por diseño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286000"/>
            <a:ext cx="1737360" cy="1005840"/>
          </a:xfrm>
          <a:prstGeom prst="rect">
            <a:avLst/>
          </a:prstGeom>
          <a:solidFill>
            <a:srgbClr val="F8FAFD"/>
          </a:solidFill>
          <a:ln w="12700">
            <a:solidFill>
              <a:srgbClr val="101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286000"/>
            <a:ext cx="1737360" cy="36576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 / Arquitecta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"El sistema debe..."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68296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34056" y="22860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34056" y="2286000"/>
            <a:ext cx="17373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825496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SDD Kit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25496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 → pipelines → tests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17136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82896" y="22860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82896" y="2286000"/>
            <a:ext cx="17373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974336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Suite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74336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216 tests validan compliance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65976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031736" y="228600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2286000"/>
            <a:ext cx="17373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23176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lee specs, no adivina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" y="3657600"/>
            <a:ext cx="3200400" cy="0"/>
          </a:xfrm>
          <a:prstGeom prst="line">
            <a:avLst/>
          </a:prstGeom>
          <a:noFill/>
          <a:ln w="19050">
            <a:solidFill>
              <a:srgbClr val="1010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3657600"/>
            <a:ext cx="3072384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3794760"/>
            <a:ext cx="365760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3822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 source of truth versionada y testeable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5216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D2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kit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Reglas en cabezas. Conocimiento tribal.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9494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de semanas.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4D8"/>
                </a:solidFill>
              </a:rPr>
              <a:t>→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02920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kit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Reglas versionadas y testeables.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en minutos.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19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37160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ACTUAL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PoC funcional,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listo para escalar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5486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Reglas de negocio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3931920"/>
            <a:ext cx="9144" cy="914400"/>
          </a:xfrm>
          <a:prstGeom prst="rect">
            <a:avLst/>
          </a:prstGeom>
          <a:solidFill>
            <a:srgbClr val="E9EFF3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46888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DSPy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3931920"/>
            <a:ext cx="9144" cy="914400"/>
          </a:xfrm>
          <a:prstGeom prst="rect">
            <a:avLst/>
          </a:prstGeom>
          <a:solidFill>
            <a:srgbClr val="E9EFF3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02336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3931920"/>
            <a:ext cx="9144" cy="914400"/>
          </a:xfrm>
          <a:prstGeom prst="rect">
            <a:avLst/>
          </a:prstGeom>
          <a:solidFill>
            <a:srgbClr val="E9EFF3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216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57784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Tests ejecutables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3931920"/>
            <a:ext cx="9144" cy="914400"/>
          </a:xfrm>
          <a:prstGeom prst="rect">
            <a:avLst/>
          </a:prstGeom>
          <a:solidFill>
            <a:srgbClr val="E9EFF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13232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Entry points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19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1645920"/>
            <a:ext cx="54864" cy="3474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PRINCIPIO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D0D2D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"La documentación escrita describe lo que alguien
pensó que el sistema debería hacer."
</a:t>
            </a:r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Spec Kit describe lo que el sistema </a:t>
            </a:r>
            <a:pPr indent="0" marL="0">
              <a:lnSpc>
                <a:spcPct val="130000"/>
              </a:lnSpc>
              <a:buNone/>
            </a:pPr>
            <a:r>
              <a:rPr lang="en-US" sz="2800" b="1" i="1" dirty="0">
                <a:solidFill>
                  <a:srgbClr val="1E41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realmente hace</a:t>
            </a:r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y te avisa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cuando dejan de coincidir.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Principio GREAT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19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Docs escritas vs. SDD Kit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2103120"/>
          <a:ext cx="7955280" cy="2743200"/>
        </p:xfrm>
        <a:graphic>
          <a:graphicData uri="http://schemas.openxmlformats.org/drawingml/2006/table">
            <a:tbl>
              <a:tblPr/>
              <a:tblGrid>
                <a:gridCol w="4114800"/>
                <a:gridCol w="1920240"/>
                <a:gridCol w="192024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Criterio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Docs escritas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105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SDD Kit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05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 actualiza con cada cambio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0D2D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✗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B4D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05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Testeable / auditable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0D2D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✗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B4D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05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Onboarding sin preguntar al senior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0D2D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✗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B4D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05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Agentes AI pueden ejecutarlo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0D2D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✗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B4D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05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Reglas de negocio versionadas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0D2D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✗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B4D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05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Detecta drift código vs. diseño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0D2D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✗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B4D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105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Costo de setup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Bajo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(escribir docs)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día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9494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(git submodule)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19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se necesita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implementarlo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46888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46888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Agregar como submodule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kit se incluye como git submodule. Reusable entre backend y frontend.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4251960"/>
            <a:ext cx="2286000" cy="5029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4251960"/>
            <a:ext cx="2743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42793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10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submodule add great-dspy-pipeline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19856" y="246888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246888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02736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Configurar agentes 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02736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línea en CLAUDE.md / .cursorrules apunta al kit.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57016" y="4251960"/>
            <a:ext cx="2286000" cy="5029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Shape 16"/>
          <p:cNvSpPr/>
          <p:nvPr/>
        </p:nvSpPr>
        <p:spPr>
          <a:xfrm>
            <a:off x="3557016" y="4251960"/>
            <a:ext cx="2743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648456" y="42793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10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Carga sdd-kit/AGENTS.md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54496" y="246888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246888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437376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Correr tests y validar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37376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tests validan que el proyecto cumple cada spec.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91656" y="4251960"/>
            <a:ext cx="2286000" cy="5029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6" name="Shape 24"/>
          <p:cNvSpPr/>
          <p:nvPr/>
        </p:nvSpPr>
        <p:spPr>
          <a:xfrm>
            <a:off x="6391656" y="4251960"/>
            <a:ext cx="2743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483096" y="42793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010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pytest tests/ -v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19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ARGUMENTO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devs y para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más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"el código no coincide con el diseño" — el test lo atrapa.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3035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más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"pero el PO dijo que..." — la spec es la fuente.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" y="3419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más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reverse-engineering de código legacy.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3803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más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Refactor con confianza — tests validan comportamiento.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194560"/>
            <a:ext cx="9144" cy="2926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Menos bugs en producción = menos costo de soporte.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035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Onboarding más rápido = devs productivos desde el día 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3419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Agentes AI que entienden el negocio = automatización real.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803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Auditoría — specs ejecutables como documentación regulatoria.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097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2560320" y="137160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Preguntas, dudas, objeciones.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85216" y="4480560"/>
            <a:ext cx="457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4663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github.com/nujovich/great-dspy-pipeline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PoC: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ux_great_prototype (3 entry points, React + Python)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37160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SDD Kit no es solo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validador de reglas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5486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490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una herramienta multipropósito: validar compliance, guiar agentes de IA, documentar reglas, auditar código, onboarding de devs, y extender a otros dominios.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CASOS DE USO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¿Para qué sirve el SDD Kit?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219456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233172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350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8813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Validación de Compliance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216 tests verifican que el código cumple las 78 reglas de negocio automáticamente.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9856" y="219456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2194560"/>
            <a:ext cx="2560320" cy="36576"/>
          </a:xfrm>
          <a:prstGeom prst="rect">
            <a:avLst/>
          </a:prstGeom>
          <a:solidFill>
            <a:srgbClr val="1E41B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7016" y="2331720"/>
            <a:ext cx="320040" cy="320040"/>
          </a:xfrm>
          <a:prstGeom prst="ellipse">
            <a:avLst/>
          </a:prstGeom>
          <a:solidFill>
            <a:srgbClr val="1E41B0"/>
          </a:solidFill>
          <a:ln/>
        </p:spPr>
      </p:sp>
      <p:sp>
        <p:nvSpPr>
          <p:cNvPr id="13" name="Text 11"/>
          <p:cNvSpPr/>
          <p:nvPr/>
        </p:nvSpPr>
        <p:spPr>
          <a:xfrm>
            <a:off x="3557016" y="2350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2277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Guía para Agentes de 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57016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AGENTS.md + CLAUDE.md + .cursorrules: el agente lee specs, no adivina reglas.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54496" y="219456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219456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91656" y="233172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391656" y="2350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5741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 Ejecutable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91656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reglas viven como código versionado, no como PDFs que se pudren.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61188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" y="3611880"/>
            <a:ext cx="2560320" cy="36576"/>
          </a:xfrm>
          <a:prstGeom prst="rect">
            <a:avLst/>
          </a:prstGeom>
          <a:solidFill>
            <a:srgbClr val="1E41B0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" y="3749040"/>
            <a:ext cx="320040" cy="320040"/>
          </a:xfrm>
          <a:prstGeom prst="ellipse">
            <a:avLst/>
          </a:prstGeom>
          <a:solidFill>
            <a:srgbClr val="1E41B0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" y="3767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88136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Auditoría de Código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¿Este código cumple las reglas? pytest lo dice en segundos.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19856" y="361188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19856" y="361188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3557016" y="374904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3557016" y="3767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22776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de Devs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57016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dev nuevo lee los specs y sabe exactamente qué construir sin preguntar.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54496" y="361188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54496" y="3611880"/>
            <a:ext cx="2560320" cy="36576"/>
          </a:xfrm>
          <a:prstGeom prst="rect">
            <a:avLst/>
          </a:prstGeom>
          <a:solidFill>
            <a:srgbClr val="1E41B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91656" y="3749040"/>
            <a:ext cx="320040" cy="320040"/>
          </a:xfrm>
          <a:prstGeom prst="ellipse">
            <a:avLst/>
          </a:prstGeom>
          <a:solidFill>
            <a:srgbClr val="1E41B0"/>
          </a:solidFill>
          <a:ln/>
        </p:spPr>
      </p:sp>
      <p:sp>
        <p:nvSpPr>
          <p:cNvPr id="37" name="Text 35"/>
          <p:cNvSpPr/>
          <p:nvPr/>
        </p:nvSpPr>
        <p:spPr>
          <a:xfrm>
            <a:off x="6391656" y="3767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57416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Extensible a Otros Dominios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91656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framework sdd/ es reusable. Copiá las base classes y creá tus propias reglas.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1: COMO LIBRERÍA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Importá los módulos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librería Python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468880"/>
            <a:ext cx="7955280" cy="2286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great_dspy.modules.pre_estimation import StatusTransitionValidator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8163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7238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 = StatusTransitionValidator()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2841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v.forward("approved", "draft")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 result["is_valid"] is False  # Approved es terminal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09651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great_dspy.specs.allocation_specs import calculate_fte_ke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5254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 = calculate_fte_ke(fte=1.0, societe_site="Horse Spain", year="2024")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60857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 ke == 107.0  # Validación automática de fórmula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" y="4892040"/>
            <a:ext cx="79552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983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Sin LLM, sin agentes. Python puro. Los módulos son importables como cualquier librería.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2: COMO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pipeline es el blueprint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un endpoint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468880"/>
            <a:ext cx="100584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SelectionValidator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30936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§5 Compatibilidad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1609344" y="2651760"/>
            <a:ext cx="36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64208" y="2468880"/>
            <a:ext cx="100584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709928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PermissionChecker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709928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§2 Roles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688336" y="2651760"/>
            <a:ext cx="36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468880"/>
            <a:ext cx="100584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InductorSelector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889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§6-8 Workload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67328" y="2651760"/>
            <a:ext cx="36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22192" y="2468880"/>
            <a:ext cx="100584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867912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EstimationCalculator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67912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§9 Fórmulas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36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01184" y="2468880"/>
            <a:ext cx="100584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21" name="Text 19"/>
          <p:cNvSpPr/>
          <p:nvPr/>
        </p:nvSpPr>
        <p:spPr>
          <a:xfrm>
            <a:off x="4946904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SaveValidator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946904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§10 Draft gate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25312" y="2651760"/>
            <a:ext cx="36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0176" y="2468880"/>
            <a:ext cx="100584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6025896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MonthDistributor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25896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§9.4 Monthly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004304" y="2651760"/>
            <a:ext cx="36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9168" y="2468880"/>
            <a:ext cx="1005840" cy="8229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29" name="Text 27"/>
          <p:cNvSpPr/>
          <p:nvPr/>
        </p:nvSpPr>
        <p:spPr>
          <a:xfrm>
            <a:off x="7104888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SummaryGenerator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104888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§10.3 Panel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585216" y="3566160"/>
            <a:ext cx="7955280" cy="7315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0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/api/pre-estimation/save-draft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Cada etapa del pipeline = un paso del endpoint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" y="4434840"/>
            <a:ext cx="7955280" cy="4572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4622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= run_pipeline(selected_lines=[line_1, line_2], role="Engineer", metier="Backend")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6451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print(f"Can save draft: {ctx.can_save_draft}")  # → True/False según reglas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3: COMO AGENTE DE 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agente lee specs,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adivina reglas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CLAUDE.md / .cursorrules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Entry point del agente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272491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816352"/>
            <a:ext cx="6400800" cy="3657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AGENTS.md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Instrucciones + reglas de negocio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3163824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255264"/>
            <a:ext cx="64008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300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great_dspy/specs/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3009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78 reglas estructuradas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360273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694176"/>
            <a:ext cx="6400800" cy="3657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great_dspy/modules/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739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Lógica pura importable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40416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4133088"/>
            <a:ext cx="640080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great_dspy/pipeline/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178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0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Blueprint de endpoints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4480560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tests/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216 tests de validación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" y="4892040"/>
            <a:ext cx="79552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4983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💡 Sin AGENTS.md → el agente adivina. Con AGENTS.md → el agente ejecuta specs.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4 Y 5: DOCUMENTACIÓN + AUDITORÍA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Docs que no se pudren +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Auditoría en segundos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37744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237744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📋 Documentación Ejecutable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Las reglas viven como código versionado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Cada regla tiene ID, severity, criterios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511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Los tests son la documentación que se ejecuta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Si el test falla, la doc está desactualizada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Git history = historial de cambios de reglas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377440"/>
            <a:ext cx="3657600" cy="36576"/>
          </a:xfrm>
          <a:prstGeom prst="rect">
            <a:avLst/>
          </a:prstGeom>
          <a:solidFill>
            <a:srgbClr val="1E41B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🔍 Auditoría de Código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¿Este PR cumple las reglas de negocio?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pytest tests/ → respuesta en segundos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3511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216 tests = 78 reglas verificadas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CI/CD integration: bloquea merge si falla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Compliance report automático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6: EXTENSIBLE A OTROS DOMINIOS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framework sdd/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reutilizable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3474720" cy="2560320"/>
          </a:xfrm>
          <a:prstGeom prst="rect">
            <a:avLst/>
          </a:prstGeom>
          <a:solidFill>
            <a:srgbClr val="1010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SDD Kit GREAT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great_dspy/specs/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pre_estimation_specs (17 reglas)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estimation_review_specs (10)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allocation_specs (16)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final_review_specs (10)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management_view_specs (8)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transversal_specs (13)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great_dspy/modules/ (30)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great_dspy/pipeline/ (6)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 (216 tests)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B4D8"/>
                </a:solidFill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846320" y="2194560"/>
            <a:ext cx="3657600" cy="2560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Dominio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6974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sdd/ ← Copiar tal cual (base)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83480" y="28803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83480" y="30632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domains/tu_dominio/specs/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3480" y="32461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tus_reglas.py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83480" y="34290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3480" y="36118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domains/tu_dominio/modules/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83480" y="37947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tus_modulos.py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83480" y="39776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83480" y="41605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domains/tu_dominio/pipeline/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83480" y="43434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tu_pipeline.py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83480" y="45262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47091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2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 (tus tests)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5216" y="4892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pasos para extender: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Copiá sdd/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19856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Creá specs/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54496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Creá modules/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5216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Creá pipeline/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19856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Creá tests/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54496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Heredá de sdd/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0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kit, seis formas de usarlo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2103120"/>
          <a:ext cx="795528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246888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94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· Propuesta interna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77640" y="4828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94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SDD Kit — Del prompt al deploy</dc:title>
  <dc:subject>PptxGenJS Presentation</dc:subject>
  <dc:creator>GREAT System</dc:creator>
  <cp:lastModifiedBy>GREAT System</cp:lastModifiedBy>
  <cp:revision>1</cp:revision>
  <dcterms:created xsi:type="dcterms:W3CDTF">2026-05-27T15:23:17Z</dcterms:created>
  <dcterms:modified xsi:type="dcterms:W3CDTF">2026-05-27T15:23:17Z</dcterms:modified>
</cp:coreProperties>
</file>