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1371600"/>
            <a:ext cx="2286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0" b="1" dirty="0">
                <a:solidFill>
                  <a:srgbClr val="CAF0F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</a:t>
            </a:r>
            <a:endParaRPr lang="en-US" sz="280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CASOS DE USO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5943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SDD Kit no es solo</a:t>
            </a:r>
            <a:endParaRPr lang="en-US" sz="4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 validador de reglas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914400" y="3474720"/>
            <a:ext cx="54864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74904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 una herramienta multipropósito: validar compliance, guiar agentes de IA, documentar reglas, auditar código, onboarding de devs, y extender a otros dominios.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GREAT · Propuesta interna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977640" y="4828032"/>
            <a:ext cx="73152" cy="7315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0" y="47091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494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CASOS DE USO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85216" y="12344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¿Para qué sirve el SDD Kit?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85216" y="2194560"/>
            <a:ext cx="2560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FF3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2194560"/>
            <a:ext cx="256032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Shape 4"/>
          <p:cNvSpPr/>
          <p:nvPr/>
        </p:nvSpPr>
        <p:spPr>
          <a:xfrm>
            <a:off x="722376" y="2331720"/>
            <a:ext cx="320040" cy="3200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722376" y="235000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88136" y="2331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Validación de Compliance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22376" y="26517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216 tests verifican que el código cumple las 78 reglas de negocio automáticamente.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19856" y="2194560"/>
            <a:ext cx="2560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FF3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19856" y="2194560"/>
            <a:ext cx="2560320" cy="36576"/>
          </a:xfrm>
          <a:prstGeom prst="rect">
            <a:avLst/>
          </a:prstGeom>
          <a:solidFill>
            <a:srgbClr val="1E41B0"/>
          </a:solidFill>
          <a:ln/>
        </p:spPr>
      </p:sp>
      <p:sp>
        <p:nvSpPr>
          <p:cNvPr id="12" name="Shape 10"/>
          <p:cNvSpPr/>
          <p:nvPr/>
        </p:nvSpPr>
        <p:spPr>
          <a:xfrm>
            <a:off x="3557016" y="2331720"/>
            <a:ext cx="320040" cy="320040"/>
          </a:xfrm>
          <a:prstGeom prst="ellipse">
            <a:avLst/>
          </a:prstGeom>
          <a:solidFill>
            <a:srgbClr val="1E41B0"/>
          </a:solidFill>
          <a:ln/>
        </p:spPr>
      </p:sp>
      <p:sp>
        <p:nvSpPr>
          <p:cNvPr id="13" name="Text 11"/>
          <p:cNvSpPr/>
          <p:nvPr/>
        </p:nvSpPr>
        <p:spPr>
          <a:xfrm>
            <a:off x="3557016" y="235000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🤖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922776" y="2331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Guía para Agentes de IA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57016" y="26517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AGENTS.md + CLAUDE.md + .cursorrules: el agente lee specs, no adivina reglas.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54496" y="2194560"/>
            <a:ext cx="2560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FF3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54496" y="2194560"/>
            <a:ext cx="256032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Shape 16"/>
          <p:cNvSpPr/>
          <p:nvPr/>
        </p:nvSpPr>
        <p:spPr>
          <a:xfrm>
            <a:off x="6391656" y="2331720"/>
            <a:ext cx="320040" cy="3200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6391656" y="235000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📋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57416" y="2331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Documentación Ejecutable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91656" y="26517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Las reglas viven como código versionado, no como PDFs que se pudren.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85216" y="3611880"/>
            <a:ext cx="2560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FF3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85216" y="3611880"/>
            <a:ext cx="2560320" cy="36576"/>
          </a:xfrm>
          <a:prstGeom prst="rect">
            <a:avLst/>
          </a:prstGeom>
          <a:solidFill>
            <a:srgbClr val="1E41B0"/>
          </a:solidFill>
          <a:ln/>
        </p:spPr>
      </p:sp>
      <p:sp>
        <p:nvSpPr>
          <p:cNvPr id="24" name="Shape 22"/>
          <p:cNvSpPr/>
          <p:nvPr/>
        </p:nvSpPr>
        <p:spPr>
          <a:xfrm>
            <a:off x="722376" y="3749040"/>
            <a:ext cx="320040" cy="320040"/>
          </a:xfrm>
          <a:prstGeom prst="ellipse">
            <a:avLst/>
          </a:prstGeom>
          <a:solidFill>
            <a:srgbClr val="1E41B0"/>
          </a:solidFill>
          <a:ln/>
        </p:spPr>
      </p:sp>
      <p:sp>
        <p:nvSpPr>
          <p:cNvPr id="25" name="Text 23"/>
          <p:cNvSpPr/>
          <p:nvPr/>
        </p:nvSpPr>
        <p:spPr>
          <a:xfrm>
            <a:off x="722376" y="37673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🔍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88136" y="3749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Auditoría de Código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22376" y="4069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¿Este código cumple las reglas? pytest lo dice en segundos.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419856" y="3611880"/>
            <a:ext cx="2560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FF3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419856" y="3611880"/>
            <a:ext cx="256032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0" name="Shape 28"/>
          <p:cNvSpPr/>
          <p:nvPr/>
        </p:nvSpPr>
        <p:spPr>
          <a:xfrm>
            <a:off x="3557016" y="3749040"/>
            <a:ext cx="320040" cy="3200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1" name="Text 29"/>
          <p:cNvSpPr/>
          <p:nvPr/>
        </p:nvSpPr>
        <p:spPr>
          <a:xfrm>
            <a:off x="3557016" y="37673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🚀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922776" y="3749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Onboarding de Devs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557016" y="4069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 dev nuevo lee los specs y sabe exactamente qué construir sin preguntar.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54496" y="3611880"/>
            <a:ext cx="2560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FF3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54496" y="3611880"/>
            <a:ext cx="2560320" cy="36576"/>
          </a:xfrm>
          <a:prstGeom prst="rect">
            <a:avLst/>
          </a:prstGeom>
          <a:solidFill>
            <a:srgbClr val="1E41B0"/>
          </a:solidFill>
          <a:ln/>
        </p:spPr>
      </p:sp>
      <p:sp>
        <p:nvSpPr>
          <p:cNvPr id="36" name="Shape 34"/>
          <p:cNvSpPr/>
          <p:nvPr/>
        </p:nvSpPr>
        <p:spPr>
          <a:xfrm>
            <a:off x="6391656" y="3749040"/>
            <a:ext cx="320040" cy="320040"/>
          </a:xfrm>
          <a:prstGeom prst="ellipse">
            <a:avLst/>
          </a:prstGeom>
          <a:solidFill>
            <a:srgbClr val="1E41B0"/>
          </a:solidFill>
          <a:ln/>
        </p:spPr>
      </p:sp>
      <p:sp>
        <p:nvSpPr>
          <p:cNvPr id="37" name="Text 35"/>
          <p:cNvSpPr/>
          <p:nvPr/>
        </p:nvSpPr>
        <p:spPr>
          <a:xfrm>
            <a:off x="6391656" y="37673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🧩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757416" y="3749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Extensible a Otros Dominios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391656" y="4069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 framework sdd/ es reusable. Copiá las base classes y creá tus propias reglas.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GREAT · Propuesta interna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977640" y="4828032"/>
            <a:ext cx="73152" cy="7315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2" name="Text 40"/>
          <p:cNvSpPr/>
          <p:nvPr/>
        </p:nvSpPr>
        <p:spPr>
          <a:xfrm>
            <a:off x="8229600" y="47091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494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USO 1: COMO LIBRERÍA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85216" y="12344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Importá los módulos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como librería Python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85216" y="2468880"/>
            <a:ext cx="7955280" cy="22860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56032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great_dspy.modules.pre_estimation import StatusTransitionValidator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81635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3072384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 = StatusTransitionValidator()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328416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result = v.forward("approved", "draft")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584448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2D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assert result["is_valid"] is False  # Approved es terminal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84048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409651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great_dspy.specs.allocation_specs import calculate_fte_ke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4352544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ke = calculate_fte_ke(fte=1.0, societe_site="Horse Spain", year="2024")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608576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2D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assert ke == 107.0  # Validación automática de fórmula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5216" y="4892040"/>
            <a:ext cx="795528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585216" y="49834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✅ Sin LLM, sin agentes. Python puro. Los módulos son importables como cualquier librería.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GREAT · Propuesta interna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977640" y="4828032"/>
            <a:ext cx="73152" cy="7315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0" y="47091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494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USO 2: COMO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85216" y="12344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Cada pipeline es el blueprint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un endpoint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85216" y="2468880"/>
            <a:ext cx="1005840" cy="822960"/>
          </a:xfrm>
          <a:prstGeom prst="rect">
            <a:avLst/>
          </a:prstGeom>
          <a:solidFill>
            <a:srgbClr val="101054"/>
          </a:solidFill>
          <a:ln/>
        </p:spPr>
      </p:sp>
      <p:sp>
        <p:nvSpPr>
          <p:cNvPr id="5" name="Text 3"/>
          <p:cNvSpPr/>
          <p:nvPr/>
        </p:nvSpPr>
        <p:spPr>
          <a:xfrm>
            <a:off x="630936" y="2514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SelectionValidator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630936" y="2834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AF0F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§5 Compatibilidad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1600200" y="2651760"/>
            <a:ext cx="54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→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664208" y="2468880"/>
            <a:ext cx="1005840" cy="8229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1709928" y="2514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PermissionChecker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709928" y="2834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0105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§2 Roles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2679192" y="2651760"/>
            <a:ext cx="54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→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0" y="2468880"/>
            <a:ext cx="1005840" cy="822960"/>
          </a:xfrm>
          <a:prstGeom prst="rect">
            <a:avLst/>
          </a:prstGeom>
          <a:solidFill>
            <a:srgbClr val="101054"/>
          </a:solidFill>
          <a:ln/>
        </p:spPr>
      </p:sp>
      <p:sp>
        <p:nvSpPr>
          <p:cNvPr id="13" name="Text 11"/>
          <p:cNvSpPr/>
          <p:nvPr/>
        </p:nvSpPr>
        <p:spPr>
          <a:xfrm>
            <a:off x="2788920" y="2514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InductorSelector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788920" y="2834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AF0F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§6-8 Workload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3758184" y="2651760"/>
            <a:ext cx="54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→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22192" y="2468880"/>
            <a:ext cx="1005840" cy="8229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3867912" y="2514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EstimationCalculator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867912" y="2834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0105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§9 Fórmulas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4837176" y="2651760"/>
            <a:ext cx="54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→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01184" y="2468880"/>
            <a:ext cx="1005840" cy="822960"/>
          </a:xfrm>
          <a:prstGeom prst="rect">
            <a:avLst/>
          </a:prstGeom>
          <a:solidFill>
            <a:srgbClr val="101054"/>
          </a:solidFill>
          <a:ln/>
        </p:spPr>
      </p:sp>
      <p:sp>
        <p:nvSpPr>
          <p:cNvPr id="21" name="Text 19"/>
          <p:cNvSpPr/>
          <p:nvPr/>
        </p:nvSpPr>
        <p:spPr>
          <a:xfrm>
            <a:off x="4946904" y="2514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SaveValidator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946904" y="2834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AF0F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§10 Draft gate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5916168" y="2651760"/>
            <a:ext cx="54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→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80176" y="2468880"/>
            <a:ext cx="1005840" cy="8229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5" name="Text 23"/>
          <p:cNvSpPr/>
          <p:nvPr/>
        </p:nvSpPr>
        <p:spPr>
          <a:xfrm>
            <a:off x="6025896" y="2514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MonthDistributor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025896" y="2834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0105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§9.4 Monthly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6995160" y="2651760"/>
            <a:ext cx="54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→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059168" y="2468880"/>
            <a:ext cx="1005840" cy="822960"/>
          </a:xfrm>
          <a:prstGeom prst="rect">
            <a:avLst/>
          </a:prstGeom>
          <a:solidFill>
            <a:srgbClr val="101054"/>
          </a:solidFill>
          <a:ln/>
        </p:spPr>
      </p:sp>
      <p:sp>
        <p:nvSpPr>
          <p:cNvPr id="29" name="Text 27"/>
          <p:cNvSpPr/>
          <p:nvPr/>
        </p:nvSpPr>
        <p:spPr>
          <a:xfrm>
            <a:off x="7104888" y="2514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SummaryGenerator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104888" y="2834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AF0F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§10.3 Panel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585216" y="3566160"/>
            <a:ext cx="7955280" cy="73152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3611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0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 /api/pre-estimation/save-draft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0080" y="3886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 Cada etapa del pipeline = un paso del endpoint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85216" y="4434840"/>
            <a:ext cx="7955280" cy="4572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446227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ctx = run_pipeline(selected_lines=[line_1, line_2], role="Engineer", metier="Backend")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" y="46451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2D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print(f"Can save draft: {ctx.can_save_draft}")  # → True/False según reglas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GREAT · Propuesta interna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977640" y="4828032"/>
            <a:ext cx="73152" cy="7315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9" name="Text 37"/>
          <p:cNvSpPr/>
          <p:nvPr/>
        </p:nvSpPr>
        <p:spPr>
          <a:xfrm>
            <a:off x="8229600" y="47091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494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USO 3: COMO AGENTE DE 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85216" y="12344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agente lee specs,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adivina reglas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71600" y="2377440"/>
            <a:ext cx="6400800" cy="3657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1463040" y="2423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CLAUDE.md / .cursorrules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2423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105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Entry point del agente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389120" y="2724912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4D8"/>
                </a:solidFill>
              </a:rPr>
              <a:t>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371600" y="2816352"/>
            <a:ext cx="6400800" cy="365760"/>
          </a:xfrm>
          <a:prstGeom prst="rect">
            <a:avLst/>
          </a:prstGeom>
          <a:solidFill>
            <a:srgbClr val="101054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28620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AGENTS.md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28620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Instrucciones + reglas de negocio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0" y="3163824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4D8"/>
                </a:solidFill>
              </a:rPr>
              <a:t>↓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371600" y="3255264"/>
            <a:ext cx="6400800" cy="3657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1463040" y="33009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great_dspy/specs/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33009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105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78 reglas estructuradas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0" y="3602736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4D8"/>
                </a:solidFill>
              </a:rPr>
              <a:t>↓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371600" y="3694176"/>
            <a:ext cx="6400800" cy="365760"/>
          </a:xfrm>
          <a:prstGeom prst="rect">
            <a:avLst/>
          </a:prstGeom>
          <a:solidFill>
            <a:srgbClr val="101054"/>
          </a:solidFill>
          <a:ln/>
        </p:spPr>
      </p:sp>
      <p:sp>
        <p:nvSpPr>
          <p:cNvPr id="17" name="Text 15"/>
          <p:cNvSpPr/>
          <p:nvPr/>
        </p:nvSpPr>
        <p:spPr>
          <a:xfrm>
            <a:off x="1463040" y="37398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great_dspy/modules/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37398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Lógica pura importable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89120" y="4041648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4D8"/>
                </a:solidFill>
              </a:rPr>
              <a:t>↓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371600" y="4133088"/>
            <a:ext cx="6400800" cy="3657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1463040" y="41788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great_dspy/pipeline/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41788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105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Blueprint de endpoints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89120" y="4480560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4D8"/>
                </a:solidFill>
              </a:rPr>
              <a:t>↓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371600" y="4572000"/>
            <a:ext cx="6400800" cy="365760"/>
          </a:xfrm>
          <a:prstGeom prst="rect">
            <a:avLst/>
          </a:prstGeom>
          <a:solidFill>
            <a:srgbClr val="101054"/>
          </a:solidFill>
          <a:ln/>
        </p:spPr>
      </p:sp>
      <p:sp>
        <p:nvSpPr>
          <p:cNvPr id="25" name="Text 23"/>
          <p:cNvSpPr/>
          <p:nvPr/>
        </p:nvSpPr>
        <p:spPr>
          <a:xfrm>
            <a:off x="1463040" y="4617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tests/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54880" y="4617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216 tests de validación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85216" y="4892040"/>
            <a:ext cx="795528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8" name="Text 26"/>
          <p:cNvSpPr/>
          <p:nvPr/>
        </p:nvSpPr>
        <p:spPr>
          <a:xfrm>
            <a:off x="585216" y="49834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💡 Sin AGENTS.md → el agente adivina. Con AGENTS.md → el agente ejecuta specs.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GREAT · Propuesta interna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977640" y="4828032"/>
            <a:ext cx="73152" cy="7315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0" y="47091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494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USO 4 Y 5: DOCUMENTACIÓN + AUDITORÍA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85216" y="12344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Docs que no se pudren +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Auditoría en segundos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85216" y="237744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" y="2377440"/>
            <a:ext cx="36576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514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📋 Documentación Ejecutable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 Las reglas viven como código versionado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32186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 Cada regla tiene ID, severity, criterios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351129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 Los tests son la documentación que se ejecuta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8039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 Si el test falla, la doc está desactualizada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40965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 Git history = historial de cambios de reglas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237744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2377440"/>
            <a:ext cx="3657600" cy="36576"/>
          </a:xfrm>
          <a:prstGeom prst="rect">
            <a:avLst/>
          </a:prstGeom>
          <a:solidFill>
            <a:srgbClr val="1E41B0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2514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🔍 Auditoría de Código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83480" y="29260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 ¿Este PR cumple las reglas de negocio?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83480" y="32186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 pytest tests/ → respuesta en segundos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83480" y="351129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 216 tests = 78 reglas verificadas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83480" y="38039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 CI/CD integration: bloquea merge si falla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83480" y="40965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 Compliance report automático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GREAT · Propuesta interna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977640" y="4828032"/>
            <a:ext cx="73152" cy="7315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0" y="47091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494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USO 6: EXTENSIBLE A OTROS DOMINIOS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85216" y="12344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framework sdd/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 reutilizable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85216" y="2194560"/>
            <a:ext cx="3474720" cy="2560320"/>
          </a:xfrm>
          <a:prstGeom prst="rect">
            <a:avLst/>
          </a:prstGeom>
          <a:solidFill>
            <a:srgbClr val="10105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286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SDD Kit GREAT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F0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great_dspy/specs/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pre_estimation_specs.py (17 reglas)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estimation_review_specs.py (10)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31520" y="324612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allocation_specs.py (16)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31520" y="342900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final_review_specs.py (10)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31520" y="361188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management_view_specs.py (8)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31520" y="379476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transversal_specs.py (13)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31520" y="397764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great_dspy/modules/ (30 módulos)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31520" y="434340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great_dspy/pipeline/ (6 pipelines)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31520" y="452628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tests/ (216 tests)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20624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B4D8"/>
                </a:solidFill>
              </a:rPr>
              <a:t>→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4846320" y="2194560"/>
            <a:ext cx="3657600" cy="256032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2286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 Dominio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83480" y="269748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sdd/ ← Copiar tal cual (base framework)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983480" y="28803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983480" y="306324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domains/tu_dominio/specs/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983480" y="324612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2D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tus_reglas.py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983480" y="342900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983480" y="361188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domains/tu_dominio/modules/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983480" y="37947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2D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tus_modulos.py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983480" y="397764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983480" y="416052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domains/tu_dominio/pipeline/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983480" y="434340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2D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tu_pipeline.py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983480" y="452628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983480" y="47091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2D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tests/ (tus tests)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85216" y="48920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pasos para extender: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85216" y="51663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 Copiá sdd/ a tu proyecto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419856" y="51663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 Creá domains/tu_dominio/specs/ con tus reglas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254496" y="51663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 Creá domains/tu_dominio/modules/ con tu lógica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85216" y="53949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4. Creá domains/tu_dominio/pipeline/ con tu orquestación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419856" y="53949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5. Creá tests/ que verifiquen tus reglas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254496" y="53949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6. Los módulos base se heredan de sdd/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GREAT · Propuesta interna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977640" y="4828032"/>
            <a:ext cx="73152" cy="7315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1" name="Text 39"/>
          <p:cNvSpPr/>
          <p:nvPr/>
        </p:nvSpPr>
        <p:spPr>
          <a:xfrm>
            <a:off x="8229600" y="47091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494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RESUMEN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85216" y="12344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 kit, seis formas de usarlo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" y="2103120"/>
          <a:ext cx="7955280" cy="2743200"/>
        </p:xfrm>
        <a:graphic>
          <a:graphicData uri="http://schemas.openxmlformats.org/drawingml/2006/table">
            <a:tbl>
              <a:tblPr/>
              <a:tblGrid>
                <a:gridCol w="1371600"/>
                <a:gridCol w="4114800"/>
                <a:gridCol w="2468880"/>
              </a:tblGrid>
              <a:tr h="39188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Uso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Cuándo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Stack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54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105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Librería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94949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Necesitás lógica de negocio importable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94949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Python puro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105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Pipeline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94949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Necesitás orquestar validaciones en orden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94949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DSPy modules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105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Agente IA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94949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Querés que el agente cumpla reglas sin adivinar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94949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AGENTS.md + specs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105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Documentación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94949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Querés docs versionadas y testeables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94949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YAML + Markdown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105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Auditoría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94949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Necesitás verificar compliance en CI/CD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94949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pytest + 216 tests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105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Extensión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94949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Querés aplicar SDD a otro dominio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94949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sdd/ base framework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GREAT · Propuesta interna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977640" y="4828032"/>
            <a:ext cx="73152" cy="7315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0" y="47091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494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GREAT SDD Kit — Casos de Uso</dc:title>
  <dc:subject>PptxGenJS Presentation</dc:subject>
  <dc:creator>GREAT System</dc:creator>
  <cp:lastModifiedBy>GREAT System</cp:lastModifiedBy>
  <cp:revision>1</cp:revision>
  <dcterms:created xsi:type="dcterms:W3CDTF">2026-05-27T13:53:08Z</dcterms:created>
  <dcterms:modified xsi:type="dcterms:W3CDTF">2026-05-27T13:53:08Z</dcterms:modified>
</cp:coreProperties>
</file>